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7"/>
  </p:notesMasterIdLst>
  <p:handoutMasterIdLst>
    <p:handoutMasterId r:id="rId18"/>
  </p:handoutMasterIdLst>
  <p:sldIdLst>
    <p:sldId id="265" r:id="rId5"/>
    <p:sldId id="266" r:id="rId6"/>
    <p:sldId id="261" r:id="rId7"/>
    <p:sldId id="258" r:id="rId8"/>
    <p:sldId id="259" r:id="rId9"/>
    <p:sldId id="262" r:id="rId10"/>
    <p:sldId id="263" r:id="rId11"/>
    <p:sldId id="264" r:id="rId12"/>
    <p:sldId id="267" r:id="rId13"/>
    <p:sldId id="268" r:id="rId14"/>
    <p:sldId id="269" r:id="rId15"/>
    <p:sldId id="26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HACKING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EAF-4364-B2E7-620E5D3B072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EAF-4364-B2E7-620E5D3B072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EAF-4364-B2E7-620E5D3B072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EAF-4364-B2E7-620E5D3B072E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2008</c:v>
                </c:pt>
                <c:pt idx="1">
                  <c:v>2012</c:v>
                </c:pt>
                <c:pt idx="2">
                  <c:v>2016</c:v>
                </c:pt>
                <c:pt idx="3">
                  <c:v>2020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9F-4F3C-BEF7-AB90467C4C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preventing+identify+theft+in+cyber+security&amp;sca_esv=6449538529ffda2f&amp;ei=2E0BZ7CFHM_ixc8P7vTd8As&amp;ved=0ahUKEwiw0dCwuveIAxVPcfEDHW56F74Q4dUDCA8&amp;uact=5&amp;oq=preventing+identify+theft+in+cyber+security&amp;gs_lp=Egxnd3Mtd2l6LXNlcnAiK3ByZXZlbnRpbmcgaWRlbnRpZnkgdGhlZnQgaW4gY3liZXIgc2VjdXJpdHkyChAhGKABGMMEGApIoooBUABYpH9wAHgBkAEBmAHHBqABn0qqAQwyLTE0LjYuMi4yLjK4AQPIAQD4AQGYAg-gAswlwgIGEAAYBxgewgIIEAAYBRgHGB7CAgsQABiABBiGAxiKBcICBxAAGIAEGA3CAggQABgFGA0YHsICCBAAGAgYDRgewgIIEAAYgAQYogTCAggQIRigARjDBJgDAJIHBzItOC41LjKgB6GpAQ&amp;sclient=gws-wiz-serp" TargetMode="External"/><Relationship Id="rId2" Type="http://schemas.openxmlformats.org/officeDocument/2006/relationships/hyperlink" Target="https://www.google.com/search?q=network+security+in+cyber+security&amp;sca_esv=6449538529ffda2f&amp;ei=eE0BZ767Eenjxc8P0IvmmAc&amp;oq=network++in+cyber+security&amp;gs_lp=Egxnd3Mtd2l6LXNlcnAiGm5ldHdvcmsgIGluIGN5YmVyIHNlY3VyaXR5KgIIADIGEAAYBxgeMgYQABgHGB4yBhAAGAcYHjIGEAAYBxgeMgYQABgHGB4yBhAAGAcYHjIGEAAYBxgeMgYQABgHGB4yBhAAGAcYHjIGEAAYBxgeSLIgUABY1xFwAHgBkAEAmAGgAqABvBCqAQMyLTi4AQHIAQD4AQGYAgSgAtoImAMAkgcDMi00oAeaNg&amp;sclient=gws-wiz-serp" TargetMode="External"/><Relationship Id="rId1" Type="http://schemas.openxmlformats.org/officeDocument/2006/relationships/hyperlink" Target="https://www.google.com/search?q=data+protection+in+cyber+security&amp;oq=data+protection+in+cyber&amp;gs_lcrp=EgZjaHJvbWUqBwgBEAAYgAQyBggAEEUYOTIHCAEQABiABDIHCAIQABiABDIHCAMQABiABDIKCAQQABgPGBYYHjIICAUQABgWGB4yCAgGEAAYFhgeMggIBxAAGBYYHjIICAgQABgWGB4yCAgJEAAYFhge0gEJMTE0NThqMGo3qAIAsAIA&amp;sourceid=chrome&amp;ie=UTF-8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preventing+identify+theft+in+cyber+security&amp;sca_esv=6449538529ffda2f&amp;ei=2E0BZ7CFHM_ixc8P7vTd8As&amp;ved=0ahUKEwiw0dCwuveIAxVPcfEDHW56F74Q4dUDCA8&amp;uact=5&amp;oq=preventing+identify+theft+in+cyber+security&amp;gs_lp=Egxnd3Mtd2l6LXNlcnAiK3ByZXZlbnRpbmcgaWRlbnRpZnkgdGhlZnQgaW4gY3liZXIgc2VjdXJpdHkyChAhGKABGMMEGApIoooBUABYpH9wAHgBkAEBmAHHBqABn0qqAQwyLTE0LjYuMi4yLjK4AQPIAQD4AQGYAg-gAswlwgIGEAAYBxgewgIIEAAYBRgHGB7CAgsQABiABBiGAxiKBcICBxAAGIAEGA3CAggQABgFGA0YHsICCBAAGAgYDRgewgIIEAAYgAQYogTCAggQIRigARjDBJgDAJIHBzItOC41LjKgB6GpAQ&amp;sclient=gws-wiz-serp" TargetMode="External"/><Relationship Id="rId2" Type="http://schemas.openxmlformats.org/officeDocument/2006/relationships/hyperlink" Target="https://www.google.com/search?q=network+security+in+cyber+security&amp;sca_esv=6449538529ffda2f&amp;ei=eE0BZ767Eenjxc8P0IvmmAc&amp;oq=network++in+cyber+security&amp;gs_lp=Egxnd3Mtd2l6LXNlcnAiGm5ldHdvcmsgIGluIGN5YmVyIHNlY3VyaXR5KgIIADIGEAAYBxgeMgYQABgHGB4yBhAAGAcYHjIGEAAYBxgeMgYQABgHGB4yBhAAGAcYHjIGEAAYBxgeMgYQABgHGB4yBhAAGAcYHjIGEAAYBxgeSLIgUABY1xFwAHgBkAEAmAGgAqABvBCqAQMyLTi4AQHIAQD4AQGYAgSgAtoImAMAkgcDMi00oAeaNg&amp;sclient=gws-wiz-serp" TargetMode="External"/><Relationship Id="rId1" Type="http://schemas.openxmlformats.org/officeDocument/2006/relationships/hyperlink" Target="https://www.google.com/search?q=data+protection+in+cyber+security&amp;oq=data+protection+in+cyber&amp;gs_lcrp=EgZjaHJvbWUqBwgBEAAYgAQyBggAEEUYOTIHCAEQABiABDIHCAIQABiABDIHCAMQABiABDIKCAQQABgPGBYYHjIICAUQABgWGB4yCAgGEAAYFhgeMggIBxAAGBYYHjIICAgQABgWGB4yCAgJEAAYFhge0gEJMTE0NThqMGo3qAIAsAIA&amp;sourceid=chrome&amp;ie=UTF-8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</dgm:pt>
    <dgm:pt modelId="{701D68F5-42F8-47BC-8FED-84C50F595DF0}">
      <dgm:prSet phldrT="[Text]"/>
      <dgm:spPr/>
      <dgm:t>
        <a:bodyPr/>
        <a:lstStyle/>
        <a:p>
          <a:r>
            <a:rPr lang="en-ZA" dirty="0"/>
            <a:t>Network</a:t>
          </a:r>
          <a:endParaRPr lang="en-US" dirty="0"/>
        </a:p>
      </dgm:t>
    </dgm:pt>
    <dgm:pt modelId="{9617668C-C38C-4017-8DDF-37855B15D110}" type="parTrans" cxnId="{C4BA385D-31ED-40EF-A5D6-98DFBA64E71A}">
      <dgm:prSet/>
      <dgm:spPr/>
      <dgm:t>
        <a:bodyPr/>
        <a:lstStyle/>
        <a:p>
          <a:endParaRPr lang="en-US"/>
        </a:p>
      </dgm:t>
    </dgm:pt>
    <dgm:pt modelId="{0C95B389-AC0C-4055-9AA3-38815EFC8B0A}" type="sibTrans" cxnId="{C4BA385D-31ED-40EF-A5D6-98DFBA64E71A}">
      <dgm:prSet/>
      <dgm:spPr/>
      <dgm:t>
        <a:bodyPr/>
        <a:lstStyle/>
        <a:p>
          <a:endParaRPr lang="en-US"/>
        </a:p>
      </dgm:t>
    </dgm:pt>
    <dgm:pt modelId="{91A66877-AC1C-46D9-BF2C-6024B638DEA9}">
      <dgm:prSet phldrT="[Text]"/>
      <dgm:spPr/>
      <dgm:t>
        <a:bodyPr/>
        <a:lstStyle/>
        <a:p>
          <a:r>
            <a:rPr lang="en-US" dirty="0"/>
            <a:t>Satellite</a:t>
          </a:r>
        </a:p>
      </dgm:t>
    </dgm:pt>
    <dgm:pt modelId="{913FED05-DF41-48A7-B1F8-81937A468EF9}" type="parTrans" cxnId="{7F0DAB6F-9257-4F2D-B31A-3418F73F6952}">
      <dgm:prSet/>
      <dgm:spPr/>
      <dgm:t>
        <a:bodyPr/>
        <a:lstStyle/>
        <a:p>
          <a:endParaRPr lang="en-US"/>
        </a:p>
      </dgm:t>
    </dgm:pt>
    <dgm:pt modelId="{BFCE4A28-C381-46FF-935A-B11534EF7D87}" type="sibTrans" cxnId="{7F0DAB6F-9257-4F2D-B31A-3418F73F6952}">
      <dgm:prSet/>
      <dgm:spPr/>
      <dgm:t>
        <a:bodyPr/>
        <a:lstStyle/>
        <a:p>
          <a:endParaRPr lang="en-US"/>
        </a:p>
      </dgm:t>
    </dgm:pt>
    <dgm:pt modelId="{76CC3289-2662-43F0-A3C6-BA04A135F08C}">
      <dgm:prSet phldrT="[Text]"/>
      <dgm:spPr/>
      <dgm:t>
        <a:bodyPr/>
        <a:lstStyle/>
        <a:p>
          <a:r>
            <a:rPr lang="en-US" dirty="0"/>
            <a:t>Link</a:t>
          </a:r>
        </a:p>
      </dgm:t>
    </dgm:pt>
    <dgm:pt modelId="{D46DB4DA-1442-4ECE-89FE-BBB1E3489E3D}" type="parTrans" cxnId="{0400886E-8A1A-44C2-95A7-DB0EF4911494}">
      <dgm:prSet/>
      <dgm:spPr/>
      <dgm:t>
        <a:bodyPr/>
        <a:lstStyle/>
        <a:p>
          <a:endParaRPr lang="en-US"/>
        </a:p>
      </dgm:t>
    </dgm:pt>
    <dgm:pt modelId="{FA28C9D6-476E-43CD-BA23-D6D990FD78D0}" type="sibTrans" cxnId="{0400886E-8A1A-44C2-95A7-DB0EF4911494}">
      <dgm:prSet/>
      <dgm:spPr/>
      <dgm:t>
        <a:bodyPr/>
        <a:lstStyle/>
        <a:p>
          <a:endParaRPr lang="en-US"/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E1DBA6D5-BD14-4CD2-A0CC-80F867FEFA81}" type="pres">
      <dgm:prSet presAssocID="{701D68F5-42F8-47BC-8FED-84C50F595DF0}" presName="compNode" presStyleCnt="0"/>
      <dgm:spPr/>
    </dgm:pt>
    <dgm:pt modelId="{19A8DC21-3E65-409D-AD53-DA51BB9198A0}" type="pres">
      <dgm:prSet presAssocID="{701D68F5-42F8-47BC-8FED-84C50F595DF0}" presName="iconRect" presStyleLbl="node1" presStyleIdx="0" presStyleCnt="3" custScaleX="157625" custScaleY="15762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B9F90A48-FF94-4C94-A587-0190406F6FD3}" type="pres">
      <dgm:prSet presAssocID="{701D68F5-42F8-47BC-8FED-84C50F595DF0}" presName="spaceRect" presStyleCnt="0"/>
      <dgm:spPr/>
    </dgm:pt>
    <dgm:pt modelId="{A99B5DD6-89E9-4537-B415-4205CEB9323A}" type="pres">
      <dgm:prSet presAssocID="{701D68F5-42F8-47BC-8FED-84C50F595DF0}" presName="textRect" presStyleLbl="revTx" presStyleIdx="0" presStyleCnt="3">
        <dgm:presLayoutVars>
          <dgm:chMax val="1"/>
          <dgm:chPref val="1"/>
        </dgm:presLayoutVars>
      </dgm:prSet>
      <dgm:spPr/>
    </dgm:pt>
    <dgm:pt modelId="{8B391436-B9B0-45BD-A57F-792D6376D868}" type="pres">
      <dgm:prSet presAssocID="{0C95B389-AC0C-4055-9AA3-38815EFC8B0A}" presName="sibTrans" presStyleCnt="0"/>
      <dgm:spPr/>
    </dgm:pt>
    <dgm:pt modelId="{95872155-C45D-46D3-874C-D838089A06F8}" type="pres">
      <dgm:prSet presAssocID="{91A66877-AC1C-46D9-BF2C-6024B638DEA9}" presName="compNode" presStyleCnt="0"/>
      <dgm:spPr/>
    </dgm:pt>
    <dgm:pt modelId="{CE9DF0E8-B0DE-4E1E-9FF4-6006AD8428DB}" type="pres">
      <dgm:prSet presAssocID="{91A66877-AC1C-46D9-BF2C-6024B638DEA9}" presName="iconRect" presStyleLbl="node1" presStyleIdx="1" presStyleCnt="3" custScaleX="157625" custScaleY="15762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AA0423A1-55B2-45E9-BFE7-3FBE5BDA65ED}" type="pres">
      <dgm:prSet presAssocID="{91A66877-AC1C-46D9-BF2C-6024B638DEA9}" presName="spaceRect" presStyleCnt="0"/>
      <dgm:spPr/>
    </dgm:pt>
    <dgm:pt modelId="{55120873-6F5C-4053-8EAD-6287A7F1097E}" type="pres">
      <dgm:prSet presAssocID="{91A66877-AC1C-46D9-BF2C-6024B638DEA9}" presName="textRect" presStyleLbl="revTx" presStyleIdx="1" presStyleCnt="3">
        <dgm:presLayoutVars>
          <dgm:chMax val="1"/>
          <dgm:chPref val="1"/>
        </dgm:presLayoutVars>
      </dgm:prSet>
      <dgm:spPr/>
    </dgm:pt>
    <dgm:pt modelId="{F679C986-30E4-4F0A-A3A6-CAE528BFED76}" type="pres">
      <dgm:prSet presAssocID="{BFCE4A28-C381-46FF-935A-B11534EF7D87}" presName="sibTrans" presStyleCnt="0"/>
      <dgm:spPr/>
    </dgm:pt>
    <dgm:pt modelId="{2EC2FDE3-8908-45C7-A3FD-EB370213FE69}" type="pres">
      <dgm:prSet presAssocID="{76CC3289-2662-43F0-A3C6-BA04A135F08C}" presName="compNode" presStyleCnt="0"/>
      <dgm:spPr/>
    </dgm:pt>
    <dgm:pt modelId="{6DB1FE51-13D0-4A38-AD6E-48D4371A1AF3}" type="pres">
      <dgm:prSet presAssocID="{76CC3289-2662-43F0-A3C6-BA04A135F08C}" presName="iconRect" presStyleLbl="node1" presStyleIdx="2" presStyleCnt="3" custScaleX="157625" custScaleY="15762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0928538A-05CC-4A79-BD5D-92F985D1EEE5}" type="pres">
      <dgm:prSet presAssocID="{76CC3289-2662-43F0-A3C6-BA04A135F08C}" presName="spaceRect" presStyleCnt="0"/>
      <dgm:spPr/>
    </dgm:pt>
    <dgm:pt modelId="{133097FC-B1F8-4953-B0AB-E8E73D968D1C}" type="pres">
      <dgm:prSet presAssocID="{76CC3289-2662-43F0-A3C6-BA04A135F0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8CB22C-9648-419B-97E9-4AA6C3555723}" type="presOf" srcId="{701D68F5-42F8-47BC-8FED-84C50F595DF0}" destId="{A99B5DD6-89E9-4537-B415-4205CEB9323A}" srcOrd="0" destOrd="0" presId="urn:microsoft.com/office/officeart/2018/2/layout/IconLabelList"/>
    <dgm:cxn modelId="{C4BA385D-31ED-40EF-A5D6-98DFBA64E71A}" srcId="{7D9C16A6-8C48-4165-8DAF-8C957C12A8FA}" destId="{701D68F5-42F8-47BC-8FED-84C50F595DF0}" srcOrd="0" destOrd="0" parTransId="{9617668C-C38C-4017-8DDF-37855B15D110}" sibTransId="{0C95B389-AC0C-4055-9AA3-38815EFC8B0A}"/>
    <dgm:cxn modelId="{5574CC64-4BF2-43BE-BABC-6DF1E58A4C74}" type="presOf" srcId="{7D9C16A6-8C48-4165-8DAF-8C957C12A8FA}" destId="{8994D886-A75F-411A-A9D7-D31991FF12BD}" srcOrd="0" destOrd="0" presId="urn:microsoft.com/office/officeart/2018/2/layout/IconLabelList"/>
    <dgm:cxn modelId="{0400886E-8A1A-44C2-95A7-DB0EF4911494}" srcId="{7D9C16A6-8C48-4165-8DAF-8C957C12A8FA}" destId="{76CC3289-2662-43F0-A3C6-BA04A135F08C}" srcOrd="2" destOrd="0" parTransId="{D46DB4DA-1442-4ECE-89FE-BBB1E3489E3D}" sibTransId="{FA28C9D6-476E-43CD-BA23-D6D990FD78D0}"/>
    <dgm:cxn modelId="{7F0DAB6F-9257-4F2D-B31A-3418F73F6952}" srcId="{7D9C16A6-8C48-4165-8DAF-8C957C12A8FA}" destId="{91A66877-AC1C-46D9-BF2C-6024B638DEA9}" srcOrd="1" destOrd="0" parTransId="{913FED05-DF41-48A7-B1F8-81937A468EF9}" sibTransId="{BFCE4A28-C381-46FF-935A-B11534EF7D87}"/>
    <dgm:cxn modelId="{EC5C6E85-C523-4B60-976B-342F12E3A6CB}" type="presOf" srcId="{91A66877-AC1C-46D9-BF2C-6024B638DEA9}" destId="{55120873-6F5C-4053-8EAD-6287A7F1097E}" srcOrd="0" destOrd="0" presId="urn:microsoft.com/office/officeart/2018/2/layout/IconLabelList"/>
    <dgm:cxn modelId="{6E31C6AB-C9E6-448F-A8CC-566A63619D4D}" type="presOf" srcId="{76CC3289-2662-43F0-A3C6-BA04A135F08C}" destId="{133097FC-B1F8-4953-B0AB-E8E73D968D1C}" srcOrd="0" destOrd="0" presId="urn:microsoft.com/office/officeart/2018/2/layout/IconLabelList"/>
    <dgm:cxn modelId="{2AD6E781-3ED2-484E-B438-73386D2C583D}" type="presParOf" srcId="{8994D886-A75F-411A-A9D7-D31991FF12BD}" destId="{E1DBA6D5-BD14-4CD2-A0CC-80F867FEFA81}" srcOrd="0" destOrd="0" presId="urn:microsoft.com/office/officeart/2018/2/layout/IconLabelList"/>
    <dgm:cxn modelId="{10B2B212-528C-471D-ABD0-D66ED992B833}" type="presParOf" srcId="{E1DBA6D5-BD14-4CD2-A0CC-80F867FEFA81}" destId="{19A8DC21-3E65-409D-AD53-DA51BB9198A0}" srcOrd="0" destOrd="0" presId="urn:microsoft.com/office/officeart/2018/2/layout/IconLabelList"/>
    <dgm:cxn modelId="{2A8FB3D0-F98B-4F5A-BACA-4315E38776FB}" type="presParOf" srcId="{E1DBA6D5-BD14-4CD2-A0CC-80F867FEFA81}" destId="{B9F90A48-FF94-4C94-A587-0190406F6FD3}" srcOrd="1" destOrd="0" presId="urn:microsoft.com/office/officeart/2018/2/layout/IconLabelList"/>
    <dgm:cxn modelId="{95FEF629-9884-451C-89B4-41B897ABE3D6}" type="presParOf" srcId="{E1DBA6D5-BD14-4CD2-A0CC-80F867FEFA81}" destId="{A99B5DD6-89E9-4537-B415-4205CEB9323A}" srcOrd="2" destOrd="0" presId="urn:microsoft.com/office/officeart/2018/2/layout/IconLabelList"/>
    <dgm:cxn modelId="{0FE6827F-DE80-4F8A-8E9D-7F88C0F7EF29}" type="presParOf" srcId="{8994D886-A75F-411A-A9D7-D31991FF12BD}" destId="{8B391436-B9B0-45BD-A57F-792D6376D868}" srcOrd="1" destOrd="0" presId="urn:microsoft.com/office/officeart/2018/2/layout/IconLabelList"/>
    <dgm:cxn modelId="{4857BE3A-D518-473D-AC79-7B9BF18B9824}" type="presParOf" srcId="{8994D886-A75F-411A-A9D7-D31991FF12BD}" destId="{95872155-C45D-46D3-874C-D838089A06F8}" srcOrd="2" destOrd="0" presId="urn:microsoft.com/office/officeart/2018/2/layout/IconLabelList"/>
    <dgm:cxn modelId="{B4B325C4-81F2-4B3E-8CBF-4532B0BFA343}" type="presParOf" srcId="{95872155-C45D-46D3-874C-D838089A06F8}" destId="{CE9DF0E8-B0DE-4E1E-9FF4-6006AD8428DB}" srcOrd="0" destOrd="0" presId="urn:microsoft.com/office/officeart/2018/2/layout/IconLabelList"/>
    <dgm:cxn modelId="{0AE6D335-6E55-47E1-BAD8-0368620AB8F6}" type="presParOf" srcId="{95872155-C45D-46D3-874C-D838089A06F8}" destId="{AA0423A1-55B2-45E9-BFE7-3FBE5BDA65ED}" srcOrd="1" destOrd="0" presId="urn:microsoft.com/office/officeart/2018/2/layout/IconLabelList"/>
    <dgm:cxn modelId="{AFEE8CCD-97FE-4EFA-A584-DF6AFDAD2B20}" type="presParOf" srcId="{95872155-C45D-46D3-874C-D838089A06F8}" destId="{55120873-6F5C-4053-8EAD-6287A7F1097E}" srcOrd="2" destOrd="0" presId="urn:microsoft.com/office/officeart/2018/2/layout/IconLabelList"/>
    <dgm:cxn modelId="{26649F18-C204-4047-8300-905486AB3755}" type="presParOf" srcId="{8994D886-A75F-411A-A9D7-D31991FF12BD}" destId="{F679C986-30E4-4F0A-A3A6-CAE528BFED76}" srcOrd="3" destOrd="0" presId="urn:microsoft.com/office/officeart/2018/2/layout/IconLabelList"/>
    <dgm:cxn modelId="{898D629F-DA37-435F-A0B2-0617605D711A}" type="presParOf" srcId="{8994D886-A75F-411A-A9D7-D31991FF12BD}" destId="{2EC2FDE3-8908-45C7-A3FD-EB370213FE69}" srcOrd="4" destOrd="0" presId="urn:microsoft.com/office/officeart/2018/2/layout/IconLabelList"/>
    <dgm:cxn modelId="{2BDADB1C-15B1-4763-9B35-3792147F8F87}" type="presParOf" srcId="{2EC2FDE3-8908-45C7-A3FD-EB370213FE69}" destId="{6DB1FE51-13D0-4A38-AD6E-48D4371A1AF3}" srcOrd="0" destOrd="0" presId="urn:microsoft.com/office/officeart/2018/2/layout/IconLabelList"/>
    <dgm:cxn modelId="{F692F1E6-C6EC-4391-8432-EB6C34194240}" type="presParOf" srcId="{2EC2FDE3-8908-45C7-A3FD-EB370213FE69}" destId="{0928538A-05CC-4A79-BD5D-92F985D1EEE5}" srcOrd="1" destOrd="0" presId="urn:microsoft.com/office/officeart/2018/2/layout/IconLabelList"/>
    <dgm:cxn modelId="{0E6AF6C4-A4E5-4234-9E16-F9F2334264CD}" type="presParOf" srcId="{2EC2FDE3-8908-45C7-A3FD-EB370213FE69}" destId="{133097FC-B1F8-4953-B0AB-E8E73D968D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750AC01-D39D-4F3A-9DC8-2A211EE986A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Data protection</a:t>
          </a:r>
          <a:r>
            <a:rPr lang="en-US" dirty="0"/>
            <a:t>	</a:t>
          </a:r>
        </a:p>
      </dgm:t>
    </dgm:pt>
    <dgm:pt modelId="{720680DC-AAA4-4434-A582-60EBCC5BA355}" type="parTrans" cxnId="{0B5DAE5F-BCDC-4BF7-A6E7-CF856886A64D}">
      <dgm:prSet/>
      <dgm:spPr/>
      <dgm:t>
        <a:bodyPr/>
        <a:lstStyle/>
        <a:p>
          <a:endParaRPr lang="en-US"/>
        </a:p>
      </dgm:t>
    </dgm:pt>
    <dgm:pt modelId="{CA077D98-8478-47EA-B6A9-99ACE60C64D4}" type="sibTrans" cxnId="{0B5DAE5F-BCDC-4BF7-A6E7-CF856886A64D}">
      <dgm:prSet/>
      <dgm:spPr/>
      <dgm:t>
        <a:bodyPr/>
        <a:lstStyle/>
        <a:p>
          <a:endParaRPr lang="en-US"/>
        </a:p>
      </dgm:t>
    </dgm:pt>
    <dgm:pt modelId="{0BEF68B8-1228-47BB-83B5-7B9CD1E3F84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Network security</a:t>
          </a:r>
          <a:endParaRPr lang="en-US" dirty="0">
            <a:solidFill>
              <a:schemeClr val="bg1"/>
            </a:solidFill>
          </a:endParaRPr>
        </a:p>
      </dgm:t>
    </dgm:pt>
    <dgm:pt modelId="{ED3A4BC2-B75A-4952-A38B-A42B5995DF05}" type="parTrans" cxnId="{EDEF4F82-1237-4639-A0F7-385C1897CE66}">
      <dgm:prSet/>
      <dgm:spPr/>
      <dgm:t>
        <a:bodyPr/>
        <a:lstStyle/>
        <a:p>
          <a:endParaRPr lang="en-US"/>
        </a:p>
      </dgm:t>
    </dgm:pt>
    <dgm:pt modelId="{FD949706-EDCC-4ADC-8EDF-8EDA49C92325}" type="sibTrans" cxnId="{EDEF4F82-1237-4639-A0F7-385C1897CE66}">
      <dgm:prSet/>
      <dgm:spPr/>
      <dgm:t>
        <a:bodyPr/>
        <a:lstStyle/>
        <a:p>
          <a:endParaRPr lang="en-US"/>
        </a:p>
      </dgm:t>
    </dgm:pt>
    <dgm:pt modelId="{5605D28D-2CE6-4513-8566-952984E21E14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 err="1">
              <a:solidFill>
                <a:schemeClr val="bg1"/>
              </a:solidFill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Preventint</a:t>
          </a:r>
          <a:r>
            <a:rPr lang="en-US" dirty="0">
              <a:solidFill>
                <a:schemeClr val="bg1"/>
              </a:solidFill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identity theft</a:t>
          </a:r>
          <a:endParaRPr lang="en-US" dirty="0">
            <a:solidFill>
              <a:schemeClr val="bg1"/>
            </a:solidFill>
          </a:endParaRPr>
        </a:p>
      </dgm:t>
    </dgm:pt>
    <dgm:pt modelId="{EB15AB98-362B-4E70-A3DA-995FC3E8BA79}" type="parTrans" cxnId="{FAF3F884-F0CF-440F-8CB1-B7648AB1B138}">
      <dgm:prSet/>
      <dgm:spPr/>
      <dgm:t>
        <a:bodyPr/>
        <a:lstStyle/>
        <a:p>
          <a:endParaRPr lang="en-US"/>
        </a:p>
      </dgm:t>
    </dgm:pt>
    <dgm:pt modelId="{823D1971-2C4D-4EC5-A874-2F463DE37109}" type="sibTrans" cxnId="{FAF3F884-F0CF-440F-8CB1-B7648AB1B138}">
      <dgm:prSet/>
      <dgm:spPr/>
      <dgm:t>
        <a:bodyPr/>
        <a:lstStyle/>
        <a:p>
          <a:endParaRPr lang="en-US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/>
    </dgm:pt>
    <dgm:pt modelId="{95DE6538-27BD-44AF-A1A8-CA8F6B10FDD2}" type="pres">
      <dgm:prSet presAssocID="{0BEF68B8-1228-47BB-83B5-7B9CD1E3F84E}" presName="text_2" presStyleLbl="node1" presStyleIdx="1" presStyleCnt="3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8DC21-3E65-409D-AD53-DA51BB9198A0}">
      <dsp:nvSpPr>
        <dsp:cNvPr id="0" name=""/>
        <dsp:cNvSpPr/>
      </dsp:nvSpPr>
      <dsp:spPr>
        <a:xfrm>
          <a:off x="523237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B5DD6-89E9-4537-B415-4205CEB9323A}">
      <dsp:nvSpPr>
        <dsp:cNvPr id="0" name=""/>
        <dsp:cNvSpPr/>
      </dsp:nvSpPr>
      <dsp:spPr>
        <a:xfrm>
          <a:off x="54818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600" kern="1200" dirty="0"/>
            <a:t>Network</a:t>
          </a:r>
          <a:endParaRPr lang="en-US" sz="3600" kern="1200" dirty="0"/>
        </a:p>
      </dsp:txBody>
      <dsp:txXfrm>
        <a:off x="54818" y="2746269"/>
        <a:ext cx="3222832" cy="720000"/>
      </dsp:txXfrm>
    </dsp:sp>
    <dsp:sp modelId="{CE9DF0E8-B0DE-4E1E-9FF4-6006AD8428DB}">
      <dsp:nvSpPr>
        <dsp:cNvPr id="0" name=""/>
        <dsp:cNvSpPr/>
      </dsp:nvSpPr>
      <dsp:spPr>
        <a:xfrm>
          <a:off x="4310064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20873-6F5C-4053-8EAD-6287A7F1097E}">
      <dsp:nvSpPr>
        <dsp:cNvPr id="0" name=""/>
        <dsp:cNvSpPr/>
      </dsp:nvSpPr>
      <dsp:spPr>
        <a:xfrm>
          <a:off x="3841646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Satellite</a:t>
          </a:r>
        </a:p>
      </dsp:txBody>
      <dsp:txXfrm>
        <a:off x="3841646" y="2746269"/>
        <a:ext cx="3222832" cy="720000"/>
      </dsp:txXfrm>
    </dsp:sp>
    <dsp:sp modelId="{6DB1FE51-13D0-4A38-AD6E-48D4371A1AF3}">
      <dsp:nvSpPr>
        <dsp:cNvPr id="0" name=""/>
        <dsp:cNvSpPr/>
      </dsp:nvSpPr>
      <dsp:spPr>
        <a:xfrm>
          <a:off x="8096892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097FC-B1F8-4953-B0AB-E8E73D968D1C}">
      <dsp:nvSpPr>
        <dsp:cNvPr id="0" name=""/>
        <dsp:cNvSpPr/>
      </dsp:nvSpPr>
      <dsp:spPr>
        <a:xfrm>
          <a:off x="7628474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Link</a:t>
          </a:r>
        </a:p>
      </dsp:txBody>
      <dsp:txXfrm>
        <a:off x="7628474" y="2746269"/>
        <a:ext cx="322283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96568" y="356393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Data protection</a:t>
          </a:r>
          <a:r>
            <a:rPr lang="en-US" sz="3500" kern="1200" dirty="0"/>
            <a:t>	</a:t>
          </a:r>
        </a:p>
      </dsp:txBody>
      <dsp:txXfrm>
        <a:off x="496568" y="356393"/>
        <a:ext cx="6310391" cy="712787"/>
      </dsp:txXfrm>
    </dsp:sp>
    <dsp:sp modelId="{07CB3071-D555-47DA-A36A-69EB91531FD8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55666" y="1425575"/>
          <a:ext cx="6051292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schemeClr val="bg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Network security</a:t>
          </a:r>
          <a:endParaRPr lang="en-US" sz="3500" kern="1200" dirty="0">
            <a:solidFill>
              <a:schemeClr val="bg1"/>
            </a:solidFill>
          </a:endParaRPr>
        </a:p>
      </dsp:txBody>
      <dsp:txXfrm>
        <a:off x="755666" y="1425575"/>
        <a:ext cx="6051292" cy="712787"/>
      </dsp:txXfrm>
    </dsp:sp>
    <dsp:sp modelId="{3F8116AC-FAC3-4E95-9865-93CCFEB191B9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96568" y="2494756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 err="1">
              <a:solidFill>
                <a:schemeClr val="bg1"/>
              </a:solidFill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Preventint</a:t>
          </a:r>
          <a:r>
            <a:rPr lang="en-US" sz="3500" kern="1200" dirty="0">
              <a:solidFill>
                <a:schemeClr val="bg1"/>
              </a:solidFill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identity theft</a:t>
          </a:r>
          <a:endParaRPr lang="en-US" sz="3500" kern="1200" dirty="0">
            <a:solidFill>
              <a:schemeClr val="bg1"/>
            </a:solidFill>
          </a:endParaRPr>
        </a:p>
      </dsp:txBody>
      <dsp:txXfrm>
        <a:off x="496568" y="2494756"/>
        <a:ext cx="6310391" cy="712787"/>
      </dsp:txXfrm>
    </dsp:sp>
    <dsp:sp modelId="{A965097E-32F1-4AB8-8C4E-2814A7596B2F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10/8/2024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10/8/2024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10.svg"/><Relationship Id="rId3" Type="http://schemas.openxmlformats.org/officeDocument/2006/relationships/image" Target="../media/image3.png"/><Relationship Id="rId7" Type="http://schemas.openxmlformats.org/officeDocument/2006/relationships/image" Target="../media/image6.svg"/><Relationship Id="rId12" Type="http://schemas.openxmlformats.org/officeDocument/2006/relationships/image" Target="../media/image9.pn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slide" Target="slide12.xml"/><Relationship Id="rId5" Type="http://schemas.openxmlformats.org/officeDocument/2006/relationships/slide" Target="slide5.xml"/><Relationship Id="rId10" Type="http://schemas.openxmlformats.org/officeDocument/2006/relationships/image" Target="../media/image8.svg"/><Relationship Id="rId4" Type="http://schemas.openxmlformats.org/officeDocument/2006/relationships/image" Target="../media/image4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slideLayout" Target="../slideLayouts/slideLayout2.xml"/><Relationship Id="rId7" Type="http://schemas.openxmlformats.org/officeDocument/2006/relationships/diagramLayout" Target="../diagrams/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diagramData" Target="../diagrams/data2.xml"/><Relationship Id="rId11" Type="http://schemas.openxmlformats.org/officeDocument/2006/relationships/image" Target="../media/image2.png"/><Relationship Id="rId5" Type="http://schemas.openxmlformats.org/officeDocument/2006/relationships/image" Target="../media/image18.jpeg"/><Relationship Id="rId10" Type="http://schemas.microsoft.com/office/2007/relationships/diagramDrawing" Target="../diagrams/drawing2.xml"/><Relationship Id="rId4" Type="http://schemas.openxmlformats.org/officeDocument/2006/relationships/notesSlide" Target="../notesSlides/notesSlide2.xml"/><Relationship Id="rId9" Type="http://schemas.openxmlformats.org/officeDocument/2006/relationships/diagramColors" Target="../diagrams/colors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2.png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5" Type="http://schemas.openxmlformats.org/officeDocument/2006/relationships/image" Target="../media/image2.png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60,400+ Cyber Security Stock Photos, Pictures &amp; Royalty-Free Images -  iStock | Hacker, Technology, Cybersecurity background">
            <a:extLst>
              <a:ext uri="{FF2B5EF4-FFF2-40B4-BE49-F238E27FC236}">
                <a16:creationId xmlns:a16="http://schemas.microsoft.com/office/drawing/2014/main" id="{65E80198-CE9A-A63B-D6FA-B5428B21F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72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FB7C283-B75E-18A9-E4F6-0F1774F422CC}"/>
              </a:ext>
            </a:extLst>
          </p:cNvPr>
          <p:cNvSpPr/>
          <p:nvPr/>
        </p:nvSpPr>
        <p:spPr>
          <a:xfrm>
            <a:off x="631371" y="4813771"/>
            <a:ext cx="11081657" cy="1752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BB9A7-B31B-9B01-8956-5FC2446EC86E}"/>
              </a:ext>
            </a:extLst>
          </p:cNvPr>
          <p:cNvSpPr txBox="1"/>
          <p:nvPr/>
        </p:nvSpPr>
        <p:spPr>
          <a:xfrm>
            <a:off x="960120" y="5052060"/>
            <a:ext cx="103555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Importance of cybersecurity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DA1CB8-D0E6-CCC4-F2C3-518B2255EA2D}"/>
              </a:ext>
            </a:extLst>
          </p:cNvPr>
          <p:cNvSpPr/>
          <p:nvPr/>
        </p:nvSpPr>
        <p:spPr>
          <a:xfrm>
            <a:off x="105478" y="467436"/>
            <a:ext cx="3871066" cy="98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AA811C-0014-F31B-8755-453E792EE3CE}"/>
              </a:ext>
            </a:extLst>
          </p:cNvPr>
          <p:cNvSpPr/>
          <p:nvPr/>
        </p:nvSpPr>
        <p:spPr>
          <a:xfrm>
            <a:off x="4111697" y="466706"/>
            <a:ext cx="3871066" cy="9855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93252E-228B-7C70-C1D6-FAC47D73A09C}"/>
              </a:ext>
            </a:extLst>
          </p:cNvPr>
          <p:cNvSpPr/>
          <p:nvPr/>
        </p:nvSpPr>
        <p:spPr>
          <a:xfrm>
            <a:off x="8139688" y="467436"/>
            <a:ext cx="3871066" cy="9855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Today_we_would_discuss_the_importance_of">
            <a:hlinkClick r:id="" action="ppaction://media"/>
            <a:extLst>
              <a:ext uri="{FF2B5EF4-FFF2-40B4-BE49-F238E27FC236}">
                <a16:creationId xmlns:a16="http://schemas.microsoft.com/office/drawing/2014/main" id="{B0E3BECF-7FA1-3E9A-21FE-6190A5C525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5478" y="627026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4"/>
    </mc:Choice>
    <mc:Fallback xmlns="">
      <p:transition spd="slow" advTm="40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6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21" objId="8"/>
        <p14:stopEvt time="3425" objId="8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EFDFCE-2826-D5FC-2531-D7904FD9C74A}"/>
              </a:ext>
            </a:extLst>
          </p:cNvPr>
          <p:cNvSpPr/>
          <p:nvPr/>
        </p:nvSpPr>
        <p:spPr>
          <a:xfrm>
            <a:off x="2378532" y="2852055"/>
            <a:ext cx="1273628" cy="109945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575900A-9E0E-3F73-B0CB-ABC39F0AD3D7}"/>
              </a:ext>
            </a:extLst>
          </p:cNvPr>
          <p:cNvSpPr/>
          <p:nvPr/>
        </p:nvSpPr>
        <p:spPr>
          <a:xfrm>
            <a:off x="4669971" y="2852055"/>
            <a:ext cx="1273628" cy="109945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92BBEE-2230-682A-B72C-2CE3D4EC66AD}"/>
              </a:ext>
            </a:extLst>
          </p:cNvPr>
          <p:cNvSpPr/>
          <p:nvPr/>
        </p:nvSpPr>
        <p:spPr>
          <a:xfrm>
            <a:off x="6885213" y="2852056"/>
            <a:ext cx="1273628" cy="109945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9DC5C5-8B04-9CBC-42D3-A2D0733CDBF7}"/>
              </a:ext>
            </a:extLst>
          </p:cNvPr>
          <p:cNvSpPr/>
          <p:nvPr/>
        </p:nvSpPr>
        <p:spPr>
          <a:xfrm>
            <a:off x="9100455" y="2852056"/>
            <a:ext cx="1273628" cy="109945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Cloud Computing outline">
            <a:hlinkClick r:id="rId2" action="ppaction://hlinksldjump"/>
            <a:extLst>
              <a:ext uri="{FF2B5EF4-FFF2-40B4-BE49-F238E27FC236}">
                <a16:creationId xmlns:a16="http://schemas.microsoft.com/office/drawing/2014/main" id="{BB0C9A9F-C907-D40A-8FA3-51E081DB3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6245" y="2939135"/>
            <a:ext cx="914400" cy="914400"/>
          </a:xfrm>
          <a:prstGeom prst="rect">
            <a:avLst/>
          </a:prstGeom>
        </p:spPr>
      </p:pic>
      <p:pic>
        <p:nvPicPr>
          <p:cNvPr id="10" name="Graphic 9" descr="Shield Ti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99E8029B-3E42-3E69-580F-DC477F837D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49585" y="2944582"/>
            <a:ext cx="914400" cy="914400"/>
          </a:xfrm>
          <a:prstGeom prst="rect">
            <a:avLst/>
          </a:prstGeom>
        </p:spPr>
      </p:pic>
      <p:pic>
        <p:nvPicPr>
          <p:cNvPr id="12" name="Graphic 11" descr="Lightbulb and gear with solid fill">
            <a:hlinkClick r:id="rId8" action="ppaction://hlinksldjump"/>
            <a:extLst>
              <a:ext uri="{FF2B5EF4-FFF2-40B4-BE49-F238E27FC236}">
                <a16:creationId xmlns:a16="http://schemas.microsoft.com/office/drawing/2014/main" id="{A571AE89-0A26-F4E2-43E3-A51A1F2CC7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64827" y="2939135"/>
            <a:ext cx="914400" cy="914400"/>
          </a:xfrm>
          <a:prstGeom prst="rect">
            <a:avLst/>
          </a:prstGeom>
        </p:spPr>
      </p:pic>
      <p:pic>
        <p:nvPicPr>
          <p:cNvPr id="14" name="Graphic 13" descr="House with solid fill">
            <a:hlinkClick r:id="rId11" action="ppaction://hlinksldjump"/>
            <a:extLst>
              <a:ext uri="{FF2B5EF4-FFF2-40B4-BE49-F238E27FC236}">
                <a16:creationId xmlns:a16="http://schemas.microsoft.com/office/drawing/2014/main" id="{A611AFBF-49DD-130B-1FEA-56793DBEAEE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80069" y="2939135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1DC036D-3AFF-C811-F67A-A1CCC44B3C08}"/>
              </a:ext>
            </a:extLst>
          </p:cNvPr>
          <p:cNvSpPr txBox="1"/>
          <p:nvPr/>
        </p:nvSpPr>
        <p:spPr>
          <a:xfrm>
            <a:off x="1997531" y="4093029"/>
            <a:ext cx="2035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Tech Requirements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457C74-4E25-D4CB-D3E9-D75700BF207E}"/>
              </a:ext>
            </a:extLst>
          </p:cNvPr>
          <p:cNvSpPr txBox="1"/>
          <p:nvPr/>
        </p:nvSpPr>
        <p:spPr>
          <a:xfrm>
            <a:off x="4463143" y="4093029"/>
            <a:ext cx="1763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Usages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BFE684-D201-468C-D22C-489A3B722225}"/>
              </a:ext>
            </a:extLst>
          </p:cNvPr>
          <p:cNvSpPr txBox="1"/>
          <p:nvPr/>
        </p:nvSpPr>
        <p:spPr>
          <a:xfrm>
            <a:off x="6885213" y="4093029"/>
            <a:ext cx="1273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Additional</a:t>
            </a:r>
          </a:p>
          <a:p>
            <a:r>
              <a:rPr lang="en-US" i="1" dirty="0"/>
              <a:t>information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C50895-01E3-754F-F70E-F66A4677218C}"/>
              </a:ext>
            </a:extLst>
          </p:cNvPr>
          <p:cNvSpPr txBox="1"/>
          <p:nvPr/>
        </p:nvSpPr>
        <p:spPr>
          <a:xfrm>
            <a:off x="8880023" y="4108418"/>
            <a:ext cx="176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5F0901-87BD-EFB1-8A4B-2D649DD4D189}"/>
              </a:ext>
            </a:extLst>
          </p:cNvPr>
          <p:cNvSpPr txBox="1"/>
          <p:nvPr/>
        </p:nvSpPr>
        <p:spPr>
          <a:xfrm>
            <a:off x="1883229" y="762000"/>
            <a:ext cx="876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Click to know about following topics</a:t>
            </a:r>
          </a:p>
        </p:txBody>
      </p:sp>
    </p:spTree>
    <p:extLst>
      <p:ext uri="{BB962C8B-B14F-4D97-AF65-F5344CB8AC3E}">
        <p14:creationId xmlns:p14="http://schemas.microsoft.com/office/powerpoint/2010/main" val="1909847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FFFEFF"/>
                </a:solidFill>
              </a:rPr>
              <a:t>Tech Requirements</a:t>
            </a:r>
          </a:p>
        </p:txBody>
      </p:sp>
      <p:graphicFrame>
        <p:nvGraphicFramePr>
          <p:cNvPr id="4" name="Content Placeholder 3" descr="icon SmartArt graphic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1187836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Action Button: Go Forward or Next 5">
            <a:hlinkClick r:id="" action="ppaction://hlinkshowjump?jump=nextslide" highlightClick="1">
              <a:snd r:embed="rId8" name="click.wav"/>
            </a:hlinkClick>
            <a:hlinkHover r:id="" action="ppaction://hlinkshowjump?jump=nextslide">
              <a:snd r:embed="rId8" name="click.wav"/>
            </a:hlinkHover>
            <a:extLst>
              <a:ext uri="{FF2B5EF4-FFF2-40B4-BE49-F238E27FC236}">
                <a16:creationId xmlns:a16="http://schemas.microsoft.com/office/drawing/2014/main" id="{3757FA84-A30C-C826-CFE0-398A68A77410}"/>
              </a:ext>
            </a:extLst>
          </p:cNvPr>
          <p:cNvSpPr/>
          <p:nvPr/>
        </p:nvSpPr>
        <p:spPr>
          <a:xfrm>
            <a:off x="10537371" y="729343"/>
            <a:ext cx="674915" cy="576943"/>
          </a:xfrm>
          <a:prstGeom prst="actionButtonForwardNex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3"/>
    </mc:Choice>
    <mc:Fallback xmlns="">
      <p:transition spd="slow" advTm="29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HACKING RECORDS</a:t>
            </a:r>
          </a:p>
        </p:txBody>
      </p:sp>
      <p:pic>
        <p:nvPicPr>
          <p:cNvPr id="11" name="Content Placeholder 4" descr="Charts">
            <a:extLst>
              <a:ext uri="{FF2B5EF4-FFF2-40B4-BE49-F238E27FC236}">
                <a16:creationId xmlns:a16="http://schemas.microsoft.com/office/drawing/2014/main" id="{47D9BE16-119C-43B2-9AE6-18C4A150C0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81025" y="2231480"/>
            <a:ext cx="5422900" cy="3625353"/>
          </a:xfrm>
        </p:spPr>
      </p:pic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BF8DF5FC-5208-ECE4-40F8-FF9748A53D8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54162309"/>
              </p:ext>
            </p:extLst>
          </p:nvPr>
        </p:nvGraphicFramePr>
        <p:xfrm>
          <a:off x="6188075" y="2227263"/>
          <a:ext cx="5422900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Action Button: Go Forward or Next 1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ADD41E2-6470-71C4-FDC8-7ED2F95CC7BA}"/>
              </a:ext>
            </a:extLst>
          </p:cNvPr>
          <p:cNvSpPr/>
          <p:nvPr/>
        </p:nvSpPr>
        <p:spPr>
          <a:xfrm>
            <a:off x="10816150" y="996950"/>
            <a:ext cx="794657" cy="576943"/>
          </a:xfrm>
          <a:prstGeom prst="actionButtonForwardNex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p:transition spd="slow" advTm="2496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Usage of Cybersecurity</a:t>
            </a:r>
            <a:br>
              <a:rPr lang="en-US" dirty="0"/>
            </a:br>
            <a:r>
              <a:rPr lang="en-US" sz="1000" dirty="0"/>
              <a:t>Click on points to know more</a:t>
            </a:r>
          </a:p>
        </p:txBody>
      </p:sp>
      <p:graphicFrame>
        <p:nvGraphicFramePr>
          <p:cNvPr id="6" name="Content Placehold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6916784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3" name="Action Button: Go Forward or Next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345318C-F25A-A1CA-199A-93FA813D712F}"/>
              </a:ext>
            </a:extLst>
          </p:cNvPr>
          <p:cNvSpPr/>
          <p:nvPr/>
        </p:nvSpPr>
        <p:spPr>
          <a:xfrm>
            <a:off x="10940143" y="272143"/>
            <a:ext cx="925286" cy="566057"/>
          </a:xfrm>
          <a:prstGeom prst="actionButtonForwardNex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ybersecurity_is_use_for_data_protection_netwo_inferred">
            <a:hlinkClick r:id="" action="ppaction://media"/>
            <a:extLst>
              <a:ext uri="{FF2B5EF4-FFF2-40B4-BE49-F238E27FC236}">
                <a16:creationId xmlns:a16="http://schemas.microsoft.com/office/drawing/2014/main" id="{E42BFB45-AFED-4948-89E0-4995981FE8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26066" y="1161491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  <p:transition spd="slow" advTm="7271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567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/>
    </p:bldLst>
  </p:timing>
  <p:extLst>
    <p:ext uri="{E180D4A7-C9FB-4DFB-919C-405C955672EB}">
      <p14:showEvtLst xmlns:p14="http://schemas.microsoft.com/office/powerpoint/2010/main">
        <p14:playEvt time="1022" objId="5"/>
        <p14:stopEvt time="6739" objId="5"/>
      </p14:showEvt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ECD45-9816-6959-5138-3F2F3F9AD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Problem-Solving 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E24F1-9689-2B9C-3CCA-0C43F1D56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Cybersecurity professionals must have excellent problem-solving skills to quickly assess and resolve security incidents. They should be able to think critically and develop strategies to address threats before they cause major damage.</a:t>
            </a:r>
          </a:p>
        </p:txBody>
      </p:sp>
      <p:sp>
        <p:nvSpPr>
          <p:cNvPr id="4" name="Action Button: Go Forward or Next 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0E7EEA2-C49A-0984-75FE-FA8B8C342B29}"/>
              </a:ext>
            </a:extLst>
          </p:cNvPr>
          <p:cNvSpPr/>
          <p:nvPr/>
        </p:nvSpPr>
        <p:spPr>
          <a:xfrm>
            <a:off x="10711543" y="999201"/>
            <a:ext cx="751114" cy="566057"/>
          </a:xfrm>
          <a:prstGeom prst="actionButtonForwardNex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roblem_Solving_Abilities_inferred">
            <a:hlinkClick r:id="" action="ppaction://media"/>
            <a:extLst>
              <a:ext uri="{FF2B5EF4-FFF2-40B4-BE49-F238E27FC236}">
                <a16:creationId xmlns:a16="http://schemas.microsoft.com/office/drawing/2014/main" id="{BDCE6258-301A-D460-6B77-47C4103DCD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1192" y="205994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98371"/>
      </p:ext>
    </p:extLst>
  </p:cSld>
  <p:clrMapOvr>
    <a:masterClrMapping/>
  </p:clrMapOvr>
  <p:transition spd="slow" advTm="3187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59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E8B02-5467-E802-CE08-79BC7F88F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Knowledge of Threat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F7628-E70B-EA66-9B0F-DD02363EE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Understanding the constantly evolving cyber threat landscape is crucial. Cybersecurity experts should stay informed about the latest malware, phishing techniques, and attack methods to proactively defend systems against emerging threats.</a:t>
            </a:r>
          </a:p>
        </p:txBody>
      </p:sp>
      <p:sp>
        <p:nvSpPr>
          <p:cNvPr id="4" name="Action Button: Go Forward or Next 3">
            <a:hlinkClick r:id="" action="ppaction://hlinkshowjump?jump=nextslide" highlightClick="1">
              <a:snd r:embed="rId4" name="click.wav"/>
            </a:hlinkClick>
            <a:extLst>
              <a:ext uri="{FF2B5EF4-FFF2-40B4-BE49-F238E27FC236}">
                <a16:creationId xmlns:a16="http://schemas.microsoft.com/office/drawing/2014/main" id="{59C31157-D647-5698-6F6C-272B3913D126}"/>
              </a:ext>
            </a:extLst>
          </p:cNvPr>
          <p:cNvSpPr/>
          <p:nvPr/>
        </p:nvSpPr>
        <p:spPr>
          <a:xfrm>
            <a:off x="11049000" y="925286"/>
            <a:ext cx="642257" cy="653143"/>
          </a:xfrm>
          <a:prstGeom prst="actionButtonForwardNex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Knowledge_of_Threat_Landscape_inferred">
            <a:hlinkClick r:id="" action="ppaction://media"/>
            <a:extLst>
              <a:ext uri="{FF2B5EF4-FFF2-40B4-BE49-F238E27FC236}">
                <a16:creationId xmlns:a16="http://schemas.microsoft.com/office/drawing/2014/main" id="{5E5D3F5E-6459-EDBE-FA70-59417D7F3B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1192" y="2180496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23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3063">
        <p14:reveal/>
      </p:transition>
    </mc:Choice>
    <mc:Fallback xmlns="">
      <p:transition spd="slow" advTm="306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9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5EC-D4B3-A2CC-CE3B-BED882A2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Risk Management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CCF99-7F04-89DE-0274-3152A3200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 key part of cybersecurity involves assessing and managing risks. This includes identifying potential threats, evaluating the likelihood of attacks, and implementing security measures that reduce vulnerabilities without hindering productivity.</a:t>
            </a:r>
          </a:p>
        </p:txBody>
      </p:sp>
      <p:sp>
        <p:nvSpPr>
          <p:cNvPr id="4" name="Action Button: Go Forward or Next 3">
            <a:hlinkClick r:id="" action="ppaction://hlinkshowjump?jump=nextslide" highlightClick="1">
              <a:snd r:embed="rId4" name="click.wav"/>
            </a:hlinkClick>
            <a:extLst>
              <a:ext uri="{FF2B5EF4-FFF2-40B4-BE49-F238E27FC236}">
                <a16:creationId xmlns:a16="http://schemas.microsoft.com/office/drawing/2014/main" id="{211DCAA4-A630-9C87-1E48-770488DE8B9E}"/>
              </a:ext>
            </a:extLst>
          </p:cNvPr>
          <p:cNvSpPr/>
          <p:nvPr/>
        </p:nvSpPr>
        <p:spPr>
          <a:xfrm>
            <a:off x="10820400" y="914400"/>
            <a:ext cx="685800" cy="587829"/>
          </a:xfrm>
          <a:prstGeom prst="actionButtonForwardNex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Risk_Management_Skills_inferred">
            <a:hlinkClick r:id="" action="ppaction://media"/>
            <a:extLst>
              <a:ext uri="{FF2B5EF4-FFF2-40B4-BE49-F238E27FC236}">
                <a16:creationId xmlns:a16="http://schemas.microsoft.com/office/drawing/2014/main" id="{097B8938-E65B-968F-99B3-AB5D29BE9B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045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2361">
        <p15:prstTrans prst="fracture"/>
      </p:transition>
    </mc:Choice>
    <mc:Fallback xmlns="">
      <p:transition spd="slow" advTm="236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17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F7807-82AE-17F8-5E59-206FE245B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dirty="0"/>
              <a:t>Quiz</a:t>
            </a:r>
            <a:br>
              <a:rPr lang="en-US" sz="4400" dirty="0"/>
            </a:br>
            <a:r>
              <a:rPr lang="en-US" sz="1600" dirty="0"/>
              <a:t>Click on triangle if you think it is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9BC87-0065-97DE-333C-0A1F83A81D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1. What does CIA triad in cybersecurity stand for?</a:t>
            </a:r>
            <a:endParaRPr lang="en-US" dirty="0"/>
          </a:p>
          <a:p>
            <a:r>
              <a:rPr lang="en-US" dirty="0"/>
              <a:t>       Confidentiality, Integrity, Accessibility</a:t>
            </a:r>
            <a:br>
              <a:rPr lang="en-US" dirty="0"/>
            </a:br>
            <a:r>
              <a:rPr lang="en-US" dirty="0"/>
              <a:t>       Confidentiality, Integrity, Availability</a:t>
            </a:r>
            <a:br>
              <a:rPr lang="en-US" dirty="0"/>
            </a:br>
            <a:r>
              <a:rPr lang="en-US" dirty="0"/>
              <a:t>       Communication, Integrity, Authorization</a:t>
            </a:r>
            <a:br>
              <a:rPr lang="en-US" dirty="0"/>
            </a:br>
            <a:r>
              <a:rPr lang="en-US" dirty="0"/>
              <a:t>       Confidentiality, Integration, Authentication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0B06A-832C-1A66-C198-2428E5BA5A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2. What is the primary purpose of a firewall in network security?</a:t>
            </a:r>
            <a:endParaRPr lang="en-US" dirty="0"/>
          </a:p>
          <a:p>
            <a:r>
              <a:rPr lang="en-US" dirty="0"/>
              <a:t>         To encrypt data</a:t>
            </a:r>
            <a:br>
              <a:rPr lang="en-US" dirty="0"/>
            </a:br>
            <a:r>
              <a:rPr lang="en-US" dirty="0"/>
              <a:t>         To block viruses</a:t>
            </a:r>
            <a:br>
              <a:rPr lang="en-US" dirty="0"/>
            </a:br>
            <a:r>
              <a:rPr lang="en-US" dirty="0"/>
              <a:t>         To monitor and control incoming and outgoing                          network traffic.</a:t>
            </a:r>
            <a:br>
              <a:rPr lang="en-US" dirty="0"/>
            </a:br>
            <a:r>
              <a:rPr lang="en-US" dirty="0"/>
              <a:t>         To manage access to the physical hardware of a system.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Isosceles Triangle 5">
            <a:hlinkClick r:id="rId2" action="ppaction://hlinksldjump"/>
            <a:extLst>
              <a:ext uri="{FF2B5EF4-FFF2-40B4-BE49-F238E27FC236}">
                <a16:creationId xmlns:a16="http://schemas.microsoft.com/office/drawing/2014/main" id="{EF829382-0A77-A55C-6A0F-1EE94B31360E}"/>
              </a:ext>
            </a:extLst>
          </p:cNvPr>
          <p:cNvSpPr/>
          <p:nvPr/>
        </p:nvSpPr>
        <p:spPr>
          <a:xfrm>
            <a:off x="1110343" y="3646714"/>
            <a:ext cx="228600" cy="21771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hlinkClick r:id="rId3" action="ppaction://hlinksldjump"/>
            <a:extLst>
              <a:ext uri="{FF2B5EF4-FFF2-40B4-BE49-F238E27FC236}">
                <a16:creationId xmlns:a16="http://schemas.microsoft.com/office/drawing/2014/main" id="{11FA1E06-8B81-A26A-78AB-969F04BBD743}"/>
              </a:ext>
            </a:extLst>
          </p:cNvPr>
          <p:cNvSpPr/>
          <p:nvPr/>
        </p:nvSpPr>
        <p:spPr>
          <a:xfrm>
            <a:off x="1110343" y="3940629"/>
            <a:ext cx="228600" cy="21771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hlinkClick r:id="rId2" action="ppaction://hlinksldjump"/>
            <a:extLst>
              <a:ext uri="{FF2B5EF4-FFF2-40B4-BE49-F238E27FC236}">
                <a16:creationId xmlns:a16="http://schemas.microsoft.com/office/drawing/2014/main" id="{5BEE8935-6770-803A-638A-938508414BA9}"/>
              </a:ext>
            </a:extLst>
          </p:cNvPr>
          <p:cNvSpPr/>
          <p:nvPr/>
        </p:nvSpPr>
        <p:spPr>
          <a:xfrm>
            <a:off x="1110343" y="4223659"/>
            <a:ext cx="228600" cy="21771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hlinkClick r:id="rId2" action="ppaction://hlinksldjump"/>
            <a:extLst>
              <a:ext uri="{FF2B5EF4-FFF2-40B4-BE49-F238E27FC236}">
                <a16:creationId xmlns:a16="http://schemas.microsoft.com/office/drawing/2014/main" id="{87FE2C74-022A-CB27-6016-3B83D8A42960}"/>
              </a:ext>
            </a:extLst>
          </p:cNvPr>
          <p:cNvSpPr/>
          <p:nvPr/>
        </p:nvSpPr>
        <p:spPr>
          <a:xfrm>
            <a:off x="1110343" y="4506689"/>
            <a:ext cx="228600" cy="21771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hlinkClick r:id="rId2" action="ppaction://hlinksldjump"/>
            <a:extLst>
              <a:ext uri="{FF2B5EF4-FFF2-40B4-BE49-F238E27FC236}">
                <a16:creationId xmlns:a16="http://schemas.microsoft.com/office/drawing/2014/main" id="{6A6F7B2D-877A-7499-A524-BE7653A09303}"/>
              </a:ext>
            </a:extLst>
          </p:cNvPr>
          <p:cNvSpPr/>
          <p:nvPr/>
        </p:nvSpPr>
        <p:spPr>
          <a:xfrm>
            <a:off x="6705600" y="3069771"/>
            <a:ext cx="228600" cy="21771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hlinkClick r:id="rId2" action="ppaction://hlinksldjump"/>
            <a:extLst>
              <a:ext uri="{FF2B5EF4-FFF2-40B4-BE49-F238E27FC236}">
                <a16:creationId xmlns:a16="http://schemas.microsoft.com/office/drawing/2014/main" id="{8A92B049-46F3-7549-A0EB-E9477B848F01}"/>
              </a:ext>
            </a:extLst>
          </p:cNvPr>
          <p:cNvSpPr/>
          <p:nvPr/>
        </p:nvSpPr>
        <p:spPr>
          <a:xfrm>
            <a:off x="6705600" y="3352800"/>
            <a:ext cx="228600" cy="21771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hlinkClick r:id="rId3" action="ppaction://hlinksldjump"/>
            <a:extLst>
              <a:ext uri="{FF2B5EF4-FFF2-40B4-BE49-F238E27FC236}">
                <a16:creationId xmlns:a16="http://schemas.microsoft.com/office/drawing/2014/main" id="{B3902A12-F6BD-00E0-6BF7-47F4930D36D8}"/>
              </a:ext>
            </a:extLst>
          </p:cNvPr>
          <p:cNvSpPr/>
          <p:nvPr/>
        </p:nvSpPr>
        <p:spPr>
          <a:xfrm>
            <a:off x="6705600" y="3688641"/>
            <a:ext cx="228600" cy="21771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hlinkClick r:id="rId2" action="ppaction://hlinksldjump"/>
            <a:extLst>
              <a:ext uri="{FF2B5EF4-FFF2-40B4-BE49-F238E27FC236}">
                <a16:creationId xmlns:a16="http://schemas.microsoft.com/office/drawing/2014/main" id="{D1B92282-2C8F-2D88-9BB0-9711D7A38DB9}"/>
              </a:ext>
            </a:extLst>
          </p:cNvPr>
          <p:cNvSpPr/>
          <p:nvPr/>
        </p:nvSpPr>
        <p:spPr>
          <a:xfrm>
            <a:off x="6705600" y="4288974"/>
            <a:ext cx="228600" cy="21771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08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4AA3A-2A0B-6AA2-609A-E4A08A47A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8EB89-35EC-41B0-0311-6E2F97D04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CORRECT ANSWER</a:t>
            </a:r>
          </a:p>
          <a:p>
            <a:pPr algn="ctr"/>
            <a:r>
              <a:rPr lang="en-US" sz="1600" dirty="0"/>
              <a:t>Return back  </a:t>
            </a:r>
          </a:p>
        </p:txBody>
      </p:sp>
      <p:sp>
        <p:nvSpPr>
          <p:cNvPr id="5" name="Arrow: Left 4">
            <a:hlinkClick r:id="rId2" action="ppaction://hlinksldjump"/>
            <a:extLst>
              <a:ext uri="{FF2B5EF4-FFF2-40B4-BE49-F238E27FC236}">
                <a16:creationId xmlns:a16="http://schemas.microsoft.com/office/drawing/2014/main" id="{1F6BEBA2-1CB0-A47B-C568-6639D9E75610}"/>
              </a:ext>
            </a:extLst>
          </p:cNvPr>
          <p:cNvSpPr/>
          <p:nvPr/>
        </p:nvSpPr>
        <p:spPr>
          <a:xfrm>
            <a:off x="6977743" y="4321629"/>
            <a:ext cx="892628" cy="28302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37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2660-F854-B95F-5F26-668F1DB56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FA48E-2FDD-B566-2874-4EE9B54B6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WRONG ANSWER , TRY AGAIN</a:t>
            </a:r>
          </a:p>
          <a:p>
            <a:pPr algn="ctr"/>
            <a:r>
              <a:rPr lang="en-US" dirty="0"/>
              <a:t>Return back </a:t>
            </a:r>
          </a:p>
        </p:txBody>
      </p:sp>
      <p:sp>
        <p:nvSpPr>
          <p:cNvPr id="4" name="Arrow: Left 3">
            <a:hlinkClick r:id="rId2" action="ppaction://hlinksldjump"/>
            <a:extLst>
              <a:ext uri="{FF2B5EF4-FFF2-40B4-BE49-F238E27FC236}">
                <a16:creationId xmlns:a16="http://schemas.microsoft.com/office/drawing/2014/main" id="{CC17EAA1-D760-AC07-3FF2-8B053FEE6C8E}"/>
              </a:ext>
            </a:extLst>
          </p:cNvPr>
          <p:cNvSpPr/>
          <p:nvPr/>
        </p:nvSpPr>
        <p:spPr>
          <a:xfrm>
            <a:off x="6977743" y="4321629"/>
            <a:ext cx="892628" cy="28302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05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pPr algn="ctr"/>
            <a:r>
              <a:rPr lang="en-US" sz="2400" cap="none" dirty="0">
                <a:solidFill>
                  <a:schemeClr val="accent2">
                    <a:lumMod val="60000"/>
                    <a:lumOff val="40000"/>
                  </a:schemeClr>
                </a:solidFill>
                <a:latin typeface="Amasis MT Pro Black" panose="020F0502020204030204" pitchFamily="18" charset="0"/>
              </a:rPr>
              <a:t>Muhammad Saad Khan</a:t>
            </a:r>
          </a:p>
          <a:p>
            <a:pPr algn="ctr"/>
            <a:r>
              <a:rPr lang="en-US" sz="2400" cap="none" dirty="0">
                <a:solidFill>
                  <a:schemeClr val="accent2">
                    <a:lumMod val="60000"/>
                    <a:lumOff val="40000"/>
                  </a:schemeClr>
                </a:solidFill>
                <a:latin typeface="Amasis MT Pro Black" panose="020F0502020204030204" pitchFamily="18" charset="0"/>
              </a:rPr>
              <a:t>24k-0680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4" name="Action Button: Go Home 3">
            <a:hlinkClick r:id="" action="ppaction://hlinkshowjump?jump=firstslide" highlightClick="1">
              <a:snd r:embed="rId4" name="click.wav"/>
            </a:hlinkClick>
            <a:extLst>
              <a:ext uri="{FF2B5EF4-FFF2-40B4-BE49-F238E27FC236}">
                <a16:creationId xmlns:a16="http://schemas.microsoft.com/office/drawing/2014/main" id="{256EB603-FC51-10E4-45AA-9F21C98AB2E6}"/>
              </a:ext>
            </a:extLst>
          </p:cNvPr>
          <p:cNvSpPr/>
          <p:nvPr/>
        </p:nvSpPr>
        <p:spPr>
          <a:xfrm>
            <a:off x="10570029" y="914400"/>
            <a:ext cx="707571" cy="685800"/>
          </a:xfrm>
          <a:prstGeom prst="actionButtonHom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2968">
        <p14:switch dir="r"/>
      </p:transition>
    </mc:Choice>
    <mc:Fallback xmlns="">
      <p:transition spd="slow" advTm="296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122</TotalTime>
  <Words>271</Words>
  <Application>Microsoft Office PowerPoint</Application>
  <PresentationFormat>Widescreen</PresentationFormat>
  <Paragraphs>40</Paragraphs>
  <Slides>12</Slides>
  <Notes>3</Notes>
  <HiddenSlides>0</HiddenSlides>
  <MMClips>5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Amasis MT Pro Black</vt:lpstr>
      <vt:lpstr>Bahnschrift SemiBold</vt:lpstr>
      <vt:lpstr>Calibri</vt:lpstr>
      <vt:lpstr>Gill Sans MT</vt:lpstr>
      <vt:lpstr>Wingdings</vt:lpstr>
      <vt:lpstr>Wingdings 2</vt:lpstr>
      <vt:lpstr>Custom</vt:lpstr>
      <vt:lpstr>PowerPoint Presentation</vt:lpstr>
      <vt:lpstr>PowerPoint Presentation</vt:lpstr>
      <vt:lpstr>Tech Requirements</vt:lpstr>
      <vt:lpstr>HACKING RECORDS</vt:lpstr>
      <vt:lpstr>Usage of Cybersecurity Click on points to know more</vt:lpstr>
      <vt:lpstr>Problem-Solving Abilities</vt:lpstr>
      <vt:lpstr>Knowledge of Threat Landscape</vt:lpstr>
      <vt:lpstr>Risk Management Skills</vt:lpstr>
      <vt:lpstr>Quiz Click on triangle if you think it is right</vt:lpstr>
      <vt:lpstr>REMARKS</vt:lpstr>
      <vt:lpstr>REMARKS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Saad Khan</dc:creator>
  <cp:lastModifiedBy>Muhammad Saad Khan</cp:lastModifiedBy>
  <cp:revision>13</cp:revision>
  <dcterms:created xsi:type="dcterms:W3CDTF">2024-10-05T13:57:10Z</dcterms:created>
  <dcterms:modified xsi:type="dcterms:W3CDTF">2024-10-08T17:56:31Z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